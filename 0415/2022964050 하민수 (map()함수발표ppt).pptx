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DM Sans Semi Bold"/>
      <p:regular r:id="rId14"/>
    </p:embeddedFont>
    <p:embeddedFont>
      <p:font typeface="DM Sans Semi Bold"/>
      <p:regular r:id="rId15"/>
    </p:embeddedFont>
    <p:embeddedFont>
      <p:font typeface="DM Sans Semi Bold"/>
      <p:regular r:id="rId16"/>
    </p:embeddedFont>
    <p:embeddedFont>
      <p:font typeface="DM Sans Semi Bold"/>
      <p:regular r:id="rId17"/>
    </p:embeddedFont>
    <p:embeddedFont>
      <p:font typeface="Inter Medium"/>
      <p:regular r:id="rId18"/>
    </p:embeddedFont>
    <p:embeddedFont>
      <p:font typeface="Inter Medium"/>
      <p:regular r:id="rId19"/>
    </p:embeddedFont>
    <p:embeddedFont>
      <p:font typeface="Inter Medium"/>
      <p:regular r:id="rId20"/>
    </p:embeddedFont>
    <p:embeddedFont>
      <p:font typeface="Inter Medium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amma.app/" TargetMode="External"/><Relationship Id="rId2" Type="http://schemas.openxmlformats.org/officeDocument/2006/relationships/hyperlink" Target="https://gemini.google.com/app?hl=ko" TargetMode="Externa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map()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함수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957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map() 개념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44704"/>
            <a:ext cx="6407944" cy="2589133"/>
          </a:xfrm>
          <a:prstGeom prst="roundRect">
            <a:avLst>
              <a:gd name="adj" fmla="val 565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344704"/>
            <a:ext cx="121920" cy="2589133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601998"/>
            <a:ext cx="2906673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🔄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배열을 변환하는 함수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100036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원본 배열의 각 요소에 함수를 적용해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새로운 배열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을 반환합니다. 원본은 절대 변경되지 않아요.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344704"/>
            <a:ext cx="6408063" cy="2589133"/>
          </a:xfrm>
          <a:prstGeom prst="roundRect">
            <a:avLst>
              <a:gd name="adj" fmla="val 565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3344704"/>
            <a:ext cx="121920" cy="2589133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601998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📐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기본 문법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7282" y="4219099"/>
            <a:ext cx="5802035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7765971" y="4219099"/>
            <a:ext cx="5824657" cy="816531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8049458" y="4445913"/>
            <a:ext cx="5257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36209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array.map(callback(currentValue))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777282" y="5290780"/>
            <a:ext cx="580203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각 요소에 적용할 함수. 변환 규칙을 정의합니다.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4189"/>
            <a:ext cx="81963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for문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대신 map()을 사용하는 이유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183130"/>
            <a:ext cx="6571417" cy="4912281"/>
          </a:xfrm>
          <a:prstGeom prst="roundRect">
            <a:avLst>
              <a:gd name="adj" fmla="val 693"/>
            </a:avLst>
          </a:prstGeom>
          <a:solidFill>
            <a:srgbClr val="1C9770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409944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❌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for문 방식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57250" y="3027045"/>
            <a:ext cx="6117788" cy="2268141"/>
          </a:xfrm>
          <a:prstGeom prst="roundRect">
            <a:avLst>
              <a:gd name="adj" fmla="val 1500"/>
            </a:avLst>
          </a:prstGeom>
          <a:solidFill>
            <a:srgbClr val="29A47D"/>
          </a:solidFill>
          <a:ln/>
        </p:spPr>
      </p:sp>
      <p:sp>
        <p:nvSpPr>
          <p:cNvPr id="6" name="Shape 4"/>
          <p:cNvSpPr/>
          <p:nvPr/>
        </p:nvSpPr>
        <p:spPr>
          <a:xfrm>
            <a:off x="845939" y="3027045"/>
            <a:ext cx="6140410" cy="2268141"/>
          </a:xfrm>
          <a:prstGeom prst="roundRect">
            <a:avLst>
              <a:gd name="adj" fmla="val 1500"/>
            </a:avLst>
          </a:prstGeom>
          <a:solidFill>
            <a:srgbClr val="29A47D"/>
          </a:solidFill>
          <a:ln/>
        </p:spPr>
      </p:sp>
      <p:sp>
        <p:nvSpPr>
          <p:cNvPr id="7" name="Text 5"/>
          <p:cNvSpPr/>
          <p:nvPr/>
        </p:nvSpPr>
        <p:spPr>
          <a:xfrm>
            <a:off x="1129427" y="3253859"/>
            <a:ext cx="55734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nums = [1, 2, 3];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doubled = [];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for (let i = 0; i &lt; nums.length; i++) {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doubled.push(nums[i] * 2);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57250" y="5550337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반복 변수, 빈 배열, push — 부수적인 코드가 많다.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2409944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map() 방식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599521" y="3027045"/>
            <a:ext cx="6244709" cy="1542336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7588210" y="3027045"/>
            <a:ext cx="6267331" cy="1542336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7871698" y="3253859"/>
            <a:ext cx="570035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nums = [1, 2, 3];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doubled = nums.map(n =&gt; n * 2);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[2, 4, 6]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48245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한 줄로 의도가 명확히 드러난다.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599521" y="5442585"/>
            <a:ext cx="3008948" cy="1397675"/>
          </a:xfrm>
          <a:prstGeom prst="roundRect">
            <a:avLst>
              <a:gd name="adj" fmla="val 2434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7826335" y="5669399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가독성 ↑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835283" y="5442585"/>
            <a:ext cx="3008948" cy="1397675"/>
          </a:xfrm>
          <a:prstGeom prst="roundRect">
            <a:avLst>
              <a:gd name="adj" fmla="val 2434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2097" y="5669399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불변성 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062097" y="6250543"/>
            <a:ext cx="25553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원본 배열 보호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5363"/>
            <a:ext cx="81242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실전 예제 — 가장 많이 쓰이는 패턴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57770"/>
            <a:ext cx="4196358" cy="5076468"/>
          </a:xfrm>
          <a:prstGeom prst="roundRect">
            <a:avLst>
              <a:gd name="adj" fmla="val 8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188250"/>
            <a:ext cx="4135398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2721888" y="231576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30955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숫자 변환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51084" y="3704987"/>
            <a:ext cx="3681770" cy="1905238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1039773" y="3704987"/>
            <a:ext cx="3704392" cy="1905238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1323261" y="3931801"/>
            <a:ext cx="31374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prices = [100, 200, 300];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sale = prices.map(p =&gt; p * 0.9);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[90, 180, 270]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51084" y="5865376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가격 할인, 단위 변환 등 수치 처리에 최적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5216962" y="2157770"/>
            <a:ext cx="4196358" cy="5076468"/>
          </a:xfrm>
          <a:prstGeom prst="roundRect">
            <a:avLst>
              <a:gd name="adj" fmla="val 8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47442" y="2188250"/>
            <a:ext cx="4135398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145060" y="231576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5474256" y="30955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객체 속성 추출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74256" y="3704987"/>
            <a:ext cx="3681770" cy="2268141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62945" y="3704987"/>
            <a:ext cx="3704392" cy="2268141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5746433" y="3931801"/>
            <a:ext cx="31374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users = [{name:"Alice"},{name:"Bob"}];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names = users.map(u =&gt; u.name);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["Alice", "Bob"]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474256" y="6228278"/>
            <a:ext cx="3681770" cy="748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객체(Object)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키-값 쌍으로 이루어진 자료 구조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9640133" y="2157770"/>
            <a:ext cx="4196358" cy="5076468"/>
          </a:xfrm>
          <a:prstGeom prst="roundRect">
            <a:avLst>
              <a:gd name="adj" fmla="val 8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70613" y="2188250"/>
            <a:ext cx="4135398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11568232" y="231576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9897427" y="30955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문자열 가공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897427" y="3704987"/>
            <a:ext cx="3681770" cy="2268141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24" name="Shape 22"/>
          <p:cNvSpPr/>
          <p:nvPr/>
        </p:nvSpPr>
        <p:spPr>
          <a:xfrm>
            <a:off x="9886117" y="3704987"/>
            <a:ext cx="3704392" cy="2268141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9604" y="3931801"/>
            <a:ext cx="31374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words = ["hello", "world"];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upper = words.map(w =&gt; w.toUpperCase());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["HELLO", "WORLD"]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9897427" y="622827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대소문자 변환, 포맷 정리 등 텍스트 처리에 활용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91753"/>
            <a:ext cx="601765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map() vs filter() — 비교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407" y="1829038"/>
            <a:ext cx="130675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두 함수 모두 배열을 다루지만, </a:t>
            </a:r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목적이 완전히 다릅니다.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아래 표로 한눈에 비교해 보세요.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1407" y="2430542"/>
            <a:ext cx="13067586" cy="3898106"/>
          </a:xfrm>
          <a:prstGeom prst="roundRect">
            <a:avLst>
              <a:gd name="adj" fmla="val 85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817" y="2577584"/>
            <a:ext cx="38995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구분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67457" y="2577584"/>
            <a:ext cx="38957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map()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17286" y="2577584"/>
            <a:ext cx="38995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filter()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13817" y="3218378"/>
            <a:ext cx="38995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목적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67457" y="3218378"/>
            <a:ext cx="38957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각 요소를 </a:t>
            </a:r>
            <a:pPr algn="l" indent="0" marL="0">
              <a:lnSpc>
                <a:spcPts val="2750"/>
              </a:lnSpc>
              <a:buNone/>
            </a:pPr>
            <a:r>
              <a:rPr lang="en-US" sz="175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변환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717286" y="3218378"/>
            <a:ext cx="38995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조건에 맞는 요소만 </a:t>
            </a:r>
            <a:pPr algn="l" indent="0" marL="0">
              <a:lnSpc>
                <a:spcPts val="2750"/>
              </a:lnSpc>
              <a:buNone/>
            </a:pPr>
            <a:r>
              <a:rPr lang="en-US" sz="175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선택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13817" y="3859173"/>
            <a:ext cx="38995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반환 배열 길이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367457" y="3859173"/>
            <a:ext cx="38957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원본과 </a:t>
            </a:r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항상 동일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717286" y="3859173"/>
            <a:ext cx="38995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조건에 따라 </a:t>
            </a:r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더 짧아질 수 있음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13817" y="4499967"/>
            <a:ext cx="38995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콜백 반환값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367457" y="4499967"/>
            <a:ext cx="38957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새로운 </a:t>
            </a:r>
            <a:pPr algn="l" indent="0" marL="0">
              <a:lnSpc>
                <a:spcPts val="2750"/>
              </a:lnSpc>
              <a:buNone/>
            </a:pPr>
            <a:r>
              <a:rPr lang="en-US" sz="175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값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717286" y="4499967"/>
            <a:ext cx="389953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/ 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(불리언)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013817" y="5163622"/>
            <a:ext cx="38995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사용 예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67457" y="5163622"/>
            <a:ext cx="389572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nums.map(n =&gt; n * 2)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17286" y="5163622"/>
            <a:ext cx="389953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nums.filter(n =&gt; n &gt; 2)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13817" y="5827276"/>
            <a:ext cx="38995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원본 변경 여부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5367457" y="5827276"/>
            <a:ext cx="38957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변경 없음 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✅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9717286" y="5827276"/>
            <a:ext cx="38995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변경 없음 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✅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81407" y="6575822"/>
            <a:ext cx="13067586" cy="962025"/>
          </a:xfrm>
          <a:prstGeom prst="roundRect">
            <a:avLst>
              <a:gd name="adj" fmla="val 3481"/>
            </a:avLst>
          </a:prstGeom>
          <a:solidFill>
            <a:srgbClr val="BEF3E2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649" y="6910864"/>
            <a:ext cx="279083" cy="22324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506974" y="6851333"/>
            <a:ext cx="12118777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💡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함께 쓰는 패턴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filter()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 먼저 걸러낸 뒤 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으로 변환하는 방법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6637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핵심 정리</a:t>
            </a:r>
            <a:endParaRPr lang="en-US" sz="4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2719745"/>
            <a:ext cx="340162" cy="3401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27127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map()은 변환 도구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320313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원본 배열을 건드리지 않고 새 배열을 만드는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순수 함수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입니다.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00" y="4026694"/>
            <a:ext cx="340162" cy="3401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30906" y="4019669"/>
            <a:ext cx="30060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가독성과 불변성을 동시에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1530906" y="4510088"/>
            <a:ext cx="681930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for문보다 의도가 명확하고,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부수 효과(side effect)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없이 안전합니다.</a:t>
            </a:r>
            <a:endParaRPr lang="en-US" sz="1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8800" y="5356503"/>
            <a:ext cx="340162" cy="3401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30906" y="53494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filter()와 조합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1530906" y="5839897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선택 → 변환의 흐름으로 복잡한 데이터 처리를 단 두 줄에 해결할 수 있습니다.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3520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감사합니다.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출처: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https://gamma.app/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https://gemini.google.com/app?hl=ko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2026-04-15T00:05:29Z</dcterms:created>
  <dcterms:modified xsi:type="dcterms:W3CDTF">2026-04-15T00:05:29Z</dcterms:modified>
</cp:coreProperties>
</file>